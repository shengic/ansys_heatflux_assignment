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69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190CA0-55A5-468A-8A47-F39E6117ED5F}" type="datetimeFigureOut">
              <a:rPr lang="zh-TW" altLang="en-US" smtClean="0"/>
              <a:t>2024/12/23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D6AF0A-317E-4077-B83B-F1F4F78FF9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4285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D6AF0A-317E-4077-B83B-F1F4F78FF9B4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9025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69529A-C664-1237-F9D8-1ECB3D1F60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+mn-lt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829CB1C-6949-A327-D855-1AB6B8148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108A99A-1104-2E45-E2BD-4FCC46A08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35EA1-9737-4777-A145-19DC3DC5BFBA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3F6F34-2E4C-C520-C879-5088294B1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23EB578-EAE1-C649-1025-44568F070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E873A-0BD9-4794-8887-4574FA03A2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5960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28B804-0FAA-B5A5-B356-7339BE2D8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5B50CF-2AAC-4A53-020B-DA72C1CF8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4956A2-5291-B7AD-144D-2E395C5F7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35EA1-9737-4777-A145-19DC3DC5BFBA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FB15A8-D791-1326-3659-20A71C4A4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4EC811-17FA-F8B2-62D3-9CD2A7207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E873A-0BD9-4794-8887-4574FA03A2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7636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A49349-C454-D9F3-3C2B-D66681AC9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54A033C-7B3C-E29F-C22C-DCDABE605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5256904-BB80-F97C-7B65-3F5E1C1D1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35EA1-9737-4777-A145-19DC3DC5BFBA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E0F10F-E33E-B13F-80E7-9D95842CA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1025FB2-1FF9-C01A-BC67-72B0DBDD3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E873A-0BD9-4794-8887-4574FA03A2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884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5365AC-6F4E-852D-B04F-0DC85F5A9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73EC09-D145-0BE1-D4F1-1818BAFD28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EED6164-5872-ECD5-1423-A95AD3B87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1874289-D64F-1FC3-8C08-20F1A7DEB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35EA1-9737-4777-A145-19DC3DC5BFBA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5AB603F-8627-4D6A-D4BC-5918CCFAE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246B14F-5064-D690-21AF-A8C87D773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E873A-0BD9-4794-8887-4574FA03A2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039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C1D2AA-7980-7D02-2C59-4CD94D41F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A99EE30-0B69-B7AE-8F79-67A122BED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BC109E4-4BEC-CF15-915D-F478E7406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5743D0F-EA41-EA2D-1CAA-56DA2CF427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83F0ECF-D9BD-6231-410C-029E5651FD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9832D34-6C3E-2CE1-5D15-041F23084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35EA1-9737-4777-A145-19DC3DC5BFBA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754D70D-2311-2244-975A-B1D0F3971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F1DD462-46F0-410D-F572-A0B61D0FF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E873A-0BD9-4794-8887-4574FA03A2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5608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8053FB-ADE1-59D7-B668-96D4FDA3B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990A569-D155-E380-D2C7-1603F84E4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35EA1-9737-4777-A145-19DC3DC5BFBA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B1323DF-8644-E473-E154-8B2655ADF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FD2E68E-06C6-7988-5176-EFC960732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E873A-0BD9-4794-8887-4574FA03A2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9147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296BF6B-8368-02C9-EB4C-2CDF08C13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35EA1-9737-4777-A145-19DC3DC5BFBA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91246B0-2140-4310-26AB-D87EB99E7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81C3165-9D75-CD01-86B9-93176307C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E873A-0BD9-4794-8887-4574FA03A2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0666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B982BA-634F-90A6-AADC-38D4FB430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4FA76C-018E-D095-3AC2-CEC184D47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99E2C56-6CE9-5D3A-5A86-8F44B63F3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4A17459-157C-A737-2F1F-08C6F9E10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35EA1-9737-4777-A145-19DC3DC5BFBA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35E75A4-5E2C-6591-70B3-B3FF20D9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815E41-76B4-2988-3F68-B1F318486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E873A-0BD9-4794-8887-4574FA03A2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0664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E44E80-022E-D252-8AB7-0A366AFC4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00A8982-E5EB-3A45-315D-DDDE336332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6A5DF91-7C43-674B-2A2D-F9A861D245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736A722-245C-C6AE-C5FD-8E038C1AD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35EA1-9737-4777-A145-19DC3DC5BFBA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CE94AFA-E9DD-6280-F2C6-D8B389AD8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84EE25B-1CA8-A54A-D55F-84713C58A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E873A-0BD9-4794-8887-4574FA03A2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9973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EF148B-55EB-3243-590E-4B1800769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67B56CD-2751-4CC5-6E8F-289A549709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B34186-4DC4-F4A5-09CC-631D349FE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35EA1-9737-4777-A145-19DC3DC5BFBA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559C0EB-C264-7AAE-B8CC-B9305B6B9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348A019-1E78-3918-0EB1-064A44EAE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E873A-0BD9-4794-8887-4574FA03A2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430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969EF7C-8683-3322-006D-E1ECB827F8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D012050-EA87-D4AD-D8EE-EF53207F6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4F95B7-517D-C4FF-FB83-82095420A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35EA1-9737-4777-A145-19DC3DC5BFBA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99ADE7-183E-CC99-D4E6-220051094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DC338BB-D73A-35C0-C4D2-FFA5DDBD1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E873A-0BD9-4794-8887-4574FA03A2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8551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B841791-A495-CCF7-9422-8C7DAC08A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1602CD4-FDE8-5C16-7593-431CFA1A9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F23E67-1D33-3558-8DF7-D1CFF2568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fld id="{E2335EA1-9737-4777-A145-19DC3DC5BFBA}" type="datetimeFigureOut">
              <a:rPr lang="zh-TW" altLang="en-US" smtClean="0"/>
              <a:pPr/>
              <a:t>2024/12/19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259DE1F-9DF3-43BF-4AB6-F086593884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636F55-59FD-85AB-47A3-9C7E7777B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fld id="{579E873A-0BD9-4794-8887-4574FA03A20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2978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6DFD4080-1762-0849-153A-74BA8FBF9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233" y="614856"/>
            <a:ext cx="8858897" cy="551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524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A4A91667-C7F5-04C9-E458-A8B4AE1F24C8}"/>
              </a:ext>
            </a:extLst>
          </p:cNvPr>
          <p:cNvSpPr txBox="1"/>
          <p:nvPr/>
        </p:nvSpPr>
        <p:spPr>
          <a:xfrm>
            <a:off x="689994" y="286311"/>
            <a:ext cx="6541315" cy="601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100" dirty="0"/>
              <a:t>Backup Date: 2024-12-19 15:07:38</a:t>
            </a:r>
          </a:p>
          <a:p>
            <a:r>
              <a:rPr lang="zh-TW" altLang="en-US" sz="1100" dirty="0"/>
              <a:t>-----------------------------------------</a:t>
            </a:r>
          </a:p>
          <a:p>
            <a:r>
              <a:rPr lang="zh-TW" altLang="en-US" sz="1100" dirty="0"/>
              <a:t>----------------ANSYS----------------</a:t>
            </a:r>
          </a:p>
          <a:p>
            <a:r>
              <a:rPr lang="zh-TW" altLang="en-US" sz="1100" dirty="0"/>
              <a:t> </a:t>
            </a:r>
          </a:p>
          <a:p>
            <a:r>
              <a:rPr lang="zh-TW" altLang="en-US" sz="1100" dirty="0"/>
              <a:t>ansysFileName=J:\New TPS\front end CAD models\CU18-15A\fixed mask1\CU18-15A fixed mask1 missteering.dat</a:t>
            </a:r>
          </a:p>
          <a:p>
            <a:r>
              <a:rPr lang="zh-TW" altLang="en-US" sz="1100" dirty="0"/>
              <a:t>ansysTotalNode=935,917</a:t>
            </a:r>
          </a:p>
          <a:p>
            <a:r>
              <a:rPr lang="zh-TW" altLang="en-US" sz="1100" dirty="0"/>
              <a:t>ansysTotalElement=654,365</a:t>
            </a:r>
          </a:p>
          <a:p>
            <a:r>
              <a:rPr lang="zh-TW" altLang="en-US" sz="1100" dirty="0"/>
              <a:t>totalFluxElement=4,123</a:t>
            </a:r>
          </a:p>
          <a:p>
            <a:r>
              <a:rPr lang="zh-TW" altLang="en-US" sz="1100" dirty="0"/>
              <a:t>----------------Spectra----------------</a:t>
            </a:r>
          </a:p>
          <a:p>
            <a:r>
              <a:rPr lang="zh-TW" altLang="en-US" sz="1100" dirty="0"/>
              <a:t> </a:t>
            </a:r>
          </a:p>
          <a:p>
            <a:r>
              <a:rPr lang="zh-TW" altLang="en-US" sz="1100" dirty="0"/>
              <a:t>spectraFileName=J:\New TPS\front end CAD models\CU18-15A\fixed mask1\CU18-15A fixed mask1-0.data</a:t>
            </a:r>
          </a:p>
          <a:p>
            <a:r>
              <a:rPr lang="zh-TW" altLang="en-US" sz="1100" dirty="0"/>
              <a:t>spectraPeakPowerDensity1=83.58 kW/mrad2</a:t>
            </a:r>
          </a:p>
          <a:p>
            <a:r>
              <a:rPr lang="zh-TW" altLang="en-US" sz="1100" dirty="0"/>
              <a:t>spectraTotalPower1=12.53 kW</a:t>
            </a:r>
          </a:p>
          <a:p>
            <a:r>
              <a:rPr lang="zh-TW" altLang="en-US" sz="1100" dirty="0"/>
              <a:t>spectraMinX=-1.000 mrad</a:t>
            </a:r>
          </a:p>
          <a:p>
            <a:r>
              <a:rPr lang="zh-TW" altLang="en-US" sz="1100" dirty="0"/>
              <a:t>spectraMaxX=1.000 mrad</a:t>
            </a:r>
          </a:p>
          <a:p>
            <a:r>
              <a:rPr lang="zh-TW" altLang="en-US" sz="1100" dirty="0"/>
              <a:t>spectraMinY=-1.000 mrad</a:t>
            </a:r>
          </a:p>
          <a:p>
            <a:r>
              <a:rPr lang="zh-TW" altLang="en-US" sz="1100" dirty="0"/>
              <a:t>spectraMaxY=1.000 mrad</a:t>
            </a:r>
          </a:p>
          <a:p>
            <a:r>
              <a:rPr lang="zh-TW" altLang="en-US" sz="1100" dirty="0"/>
              <a:t>spectraTotalColumn1=201</a:t>
            </a:r>
          </a:p>
          <a:p>
            <a:r>
              <a:rPr lang="zh-TW" altLang="en-US" sz="1100" dirty="0"/>
              <a:t>spectraTotalRow1=201</a:t>
            </a:r>
          </a:p>
          <a:p>
            <a:r>
              <a:rPr lang="zh-TW" altLang="en-US" sz="1100" dirty="0"/>
              <a:t>----------------Geometry----------------</a:t>
            </a:r>
          </a:p>
          <a:p>
            <a:r>
              <a:rPr lang="zh-TW" altLang="en-US" sz="1100" dirty="0"/>
              <a:t> </a:t>
            </a:r>
          </a:p>
          <a:p>
            <a:r>
              <a:rPr lang="zh-TW" altLang="en-US" sz="1100" dirty="0"/>
              <a:t>xSource=-3.76</a:t>
            </a:r>
          </a:p>
          <a:p>
            <a:r>
              <a:rPr lang="zh-TW" altLang="en-US" sz="1100" dirty="0"/>
              <a:t>ySource=3.76</a:t>
            </a:r>
          </a:p>
          <a:p>
            <a:r>
              <a:rPr lang="zh-TW" altLang="en-US" sz="1100" dirty="0"/>
              <a:t>zSource=-13800</a:t>
            </a:r>
          </a:p>
          <a:p>
            <a:r>
              <a:rPr lang="zh-TW" altLang="en-US" sz="1100" dirty="0"/>
              <a:t>xTarget=-3.76</a:t>
            </a:r>
          </a:p>
          <a:p>
            <a:r>
              <a:rPr lang="zh-TW" altLang="en-US" sz="1100" dirty="0"/>
              <a:t>yTarget=3.76</a:t>
            </a:r>
          </a:p>
          <a:p>
            <a:r>
              <a:rPr lang="zh-TW" altLang="en-US" sz="1100" dirty="0"/>
              <a:t>zTarget=0.</a:t>
            </a:r>
          </a:p>
          <a:p>
            <a:r>
              <a:rPr lang="zh-TW" altLang="en-US" sz="1100" dirty="0"/>
              <a:t>xSide=-6</a:t>
            </a:r>
          </a:p>
          <a:p>
            <a:r>
              <a:rPr lang="zh-TW" altLang="en-US" sz="1100" dirty="0"/>
              <a:t>ySide=3.76</a:t>
            </a:r>
          </a:p>
          <a:p>
            <a:r>
              <a:rPr lang="zh-TW" altLang="en-US" sz="1100" dirty="0"/>
              <a:t>zSide=-13800</a:t>
            </a:r>
          </a:p>
          <a:p>
            <a:r>
              <a:rPr lang="zh-TW" altLang="en-US" sz="1100" dirty="0"/>
              <a:t>outputFilePath=J:\New TPS\front end CAD models\CU18-15A\fixed mask1</a:t>
            </a:r>
          </a:p>
          <a:p>
            <a:r>
              <a:rPr lang="zh-TW" altLang="en-US" sz="1100" dirty="0"/>
              <a:t>outputFileName=CU18-15A fixed mask1 missteering.inp</a:t>
            </a:r>
          </a:p>
          <a:p>
            <a:r>
              <a:rPr lang="zh-TW" altLang="en-US" sz="1100" dirty="0"/>
              <a:t>totalPowerRatio=1.0</a:t>
            </a:r>
          </a:p>
        </p:txBody>
      </p:sp>
    </p:spTree>
    <p:extLst>
      <p:ext uri="{BB962C8B-B14F-4D97-AF65-F5344CB8AC3E}">
        <p14:creationId xmlns:p14="http://schemas.microsoft.com/office/powerpoint/2010/main" val="2705422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2711F-85D0-84E7-7C66-966BDBB64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E83B1C5D-3DCE-0494-DFF2-7B3A1554EB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686"/>
          <a:stretch/>
        </p:blipFill>
        <p:spPr>
          <a:xfrm>
            <a:off x="5186847" y="645951"/>
            <a:ext cx="6272515" cy="5272481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97EF3DD6-E738-2E79-23FC-5B3F918A2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68" y="830510"/>
            <a:ext cx="3964476" cy="463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795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AA86D-C8BC-94C6-971C-6A13E5C18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986742D4-2144-3F81-B412-3E85F62E5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869" y="570450"/>
            <a:ext cx="6419401" cy="490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931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85EB7-6D80-9463-3C89-ADAF737E8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F333BC77-147D-5403-8602-D8A6426D9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093" y="0"/>
            <a:ext cx="89538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020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lbert 1">
      <a:majorFont>
        <a:latin typeface="Georgia"/>
        <a:ea typeface="微軟正黑體"/>
        <a:cs typeface=""/>
      </a:majorFont>
      <a:minorFont>
        <a:latin typeface="Georgia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lank.potx" id="{FB350BB2-FE1B-4A9A-A7C1-1639BEB57DCB}" vid="{55FDD347-9282-44F4-9C10-A8571787F4D9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6048</TotalTime>
  <Words>474</Words>
  <Application>Microsoft Office PowerPoint</Application>
  <PresentationFormat>寬螢幕</PresentationFormat>
  <Paragraphs>34</Paragraphs>
  <Slides>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Aptos</vt:lpstr>
      <vt:lpstr>Arial</vt:lpstr>
      <vt:lpstr>Georgia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 Sheng</dc:creator>
  <cp:lastModifiedBy>Albert Sheng</cp:lastModifiedBy>
  <cp:revision>1</cp:revision>
  <dcterms:created xsi:type="dcterms:W3CDTF">2024-12-19T00:40:21Z</dcterms:created>
  <dcterms:modified xsi:type="dcterms:W3CDTF">2024-12-23T05:28:53Z</dcterms:modified>
</cp:coreProperties>
</file>